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北京代表处 2026Q2 经营汇报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机关领导：</a:t>
            </a:r>
          </a:p>
          <a:p>
            <a:pPr>
              <a:defRPr sz="1889"/>
            </a:pPr>
            <a:r>
              <a:t>本材料为北京代表处 2026Q2 经营汇报，请审阅。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经营概况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本期营业收入保持增长，客户拓展顺利，整体经营平稳。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收入情况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营业收入 1000万元</a:t>
            </a:r>
          </a:p>
          <a:p>
            <a:pPr>
              <a:defRPr sz="1889"/>
            </a:pPr>
            <a:r>
              <a:t>上年同期 864万元</a:t>
            </a:r>
          </a:p>
          <a:p>
            <a:pPr>
              <a:defRPr sz="1889"/>
            </a:pPr>
            <a:r>
              <a:t>收入同比 +8.6%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利润情况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净利润 120万元</a:t>
            </a:r>
          </a:p>
          <a:p>
            <a:pPr>
              <a:defRPr sz="1889"/>
            </a:pPr>
            <a:r>
              <a:t>利润同比 +15.7%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现金流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经营活动现金流 -50万元</a:t>
            </a:r>
          </a:p>
          <a:p>
            <a:pPr>
              <a:defRPr sz="1889"/>
            </a:pPr>
            <a:r>
              <a:t>受应收账款增加影响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费用情况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销售费用 200万元</a:t>
            </a:r>
          </a:p>
          <a:p>
            <a:pPr>
              <a:defRPr sz="1889"/>
            </a:pPr>
            <a:r>
              <a:t>管理费用 80万元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库存情况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库存 300万元</a:t>
            </a:r>
          </a:p>
          <a:p>
            <a:pPr>
              <a:defRPr sz="1889"/>
            </a:pPr>
            <a:r>
              <a:t>库存环比 +40%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风险提示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海外订单存在延期风险，客户回款周期变长。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渠道整改事项按计划推进，预计三季度完成。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19"/>
            </a:pPr>
            <a:r>
              <a:t>经营总结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营业收入 1200万元</a:t>
            </a:r>
          </a:p>
          <a:p>
            <a:pPr>
              <a:defRPr sz="1889"/>
            </a:pPr>
            <a:r>
              <a:t>本期经营目标达成情况良好。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